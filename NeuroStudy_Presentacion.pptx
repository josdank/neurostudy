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0A7B6A">
              <a:alpha val="12000"/>
            </a:srgbClr>
          </a:solidFill>
          <a:ln w="12700">
            <a:solidFill>
              <a:srgbClr val="0DB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651760"/>
            <a:ext cx="1097280" cy="1097280"/>
          </a:xfrm>
          <a:prstGeom prst="ellipse">
            <a:avLst/>
          </a:prstGeom>
          <a:solidFill>
            <a:srgbClr val="0DB896">
              <a:alpha val="18000"/>
            </a:srgbClr>
          </a:solidFill>
          <a:ln w="12700">
            <a:solidFill>
              <a:srgbClr val="0DB89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DE PRODUCTO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731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NeuroStudy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47472" y="2240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estudio adaptativo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aprende como aprende tu cerebro.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3383280"/>
            <a:ext cx="5029200" cy="502920"/>
          </a:xfrm>
          <a:prstGeom prst="rect">
            <a:avLst/>
          </a:prstGeom>
          <a:solidFill>
            <a:srgbClr val="0A7B6A">
              <a:alpha val="22000"/>
            </a:srgbClr>
          </a:solidFill>
          <a:ln w="12700">
            <a:solidFill>
              <a:srgbClr val="0DB89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"Estudia menos. Aprende mas. Tu cerebro manda."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NeuroStudy   |   Plan Basico: Gratuito   |   Plan Premium: $4.99/mes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B5B"/>
          </a:solidFill>
          <a:ln w="12700">
            <a:solidFill>
              <a:srgbClr val="C74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estudio mecanico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funciona.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2103120"/>
            <a:ext cx="2743200" cy="23774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74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7472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eficiencia perdida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estudiar en estado incorrecto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743200" cy="23774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reduccion en memoria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bajo estres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6208" y="2103120"/>
            <a:ext cx="2743200" cy="23774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36208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actuales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 tu estado emocional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NeuroStudy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13716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que analiza tu estado emocional en tiempo real a traves de la camara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adapta automaticamente tu sesion de estudio para maximizar la retencion cognitiva.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423160"/>
            <a:ext cx="416052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423160"/>
            <a:ext cx="54864" cy="1097280"/>
          </a:xfrm>
          <a:prstGeom prst="rect">
            <a:avLst/>
          </a:prstGeom>
          <a:solidFill>
            <a:srgbClr val="0DB896"/>
          </a:solidFill>
          <a:ln w="12700">
            <a:solidFill>
              <a:srgbClr val="0DB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emocional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825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expresiones faciales via camara para identificar concentracion, estres, relajacion o distraccion.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657600"/>
            <a:ext cx="416052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657600"/>
            <a:ext cx="54864" cy="1097280"/>
          </a:xfrm>
          <a:prstGeom prst="rect">
            <a:avLst/>
          </a:prstGeom>
          <a:solidFill>
            <a:srgbClr val="0DB896"/>
          </a:solidFill>
          <a:ln w="12700">
            <a:solidFill>
              <a:srgbClr val="0DB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Adaptacion en tiempo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40599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ritmo, tipo de ejercicios, descansos y recomendaciones segun el estado actual del usuario.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82312" y="2423160"/>
            <a:ext cx="416052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2423160"/>
            <a:ext cx="54864" cy="1097280"/>
          </a:xfrm>
          <a:prstGeom prst="rect">
            <a:avLst/>
          </a:prstGeom>
          <a:solidFill>
            <a:srgbClr val="0DB896"/>
          </a:solidFill>
          <a:ln w="12700">
            <a:solidFill>
              <a:srgbClr val="0DB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de rendimiento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2825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con historial emocional, nivel de enfoque, adaptaciones realizadas y eficiencia estimada.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82312" y="3657600"/>
            <a:ext cx="416052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3657600"/>
            <a:ext cx="54864" cy="1097280"/>
          </a:xfrm>
          <a:prstGeom prst="rect">
            <a:avLst/>
          </a:prstGeom>
          <a:solidFill>
            <a:srgbClr val="0DB896"/>
          </a:solidFill>
          <a:ln w="12700">
            <a:solidFill>
              <a:srgbClr val="0DB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Personalizacion progresiva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40599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aprende los patrones individuales del estudiante con el tiempo.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UTILIDAD, BENEFICIOS Y COSTOS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concreto para el estudiante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5029200" cy="3383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361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el problema de estudiar de forma mecanica sin considerar que el cerebro no rinde igual en todo momento. NeuroStudy detecta el estado cognitivo-emocional y actua en consecuencia.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2724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0175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de estudio con mayor retencion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de ansiedad pre-examen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Personalizacion progresiva por IA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automatica sin necesidad de autodisciplina extrema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291840" cy="10058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Gratuito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2057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materias · Seguimiento basico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532888"/>
            <a:ext cx="3291840" cy="10058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 / 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172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ilimitadas · IA avanzada · Reportes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3648456"/>
            <a:ext cx="3291840" cy="10058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7398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 / alumno / mes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15000" y="4288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colegios y universidades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ELEGIR NEUROSTUDY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943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entre estudiar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tu cerebro o contra el.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920240"/>
          <a:ext cx="8503920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4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Metodos actuales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Adaptacion al estado emocional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tiempo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Personalizacion individual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Progresiva por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Deteccion de distraccion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de ritmo de estudio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Dinamico y continuo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Reduccion de ansiedad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medida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B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Integrada al flujo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A7B6A"/>
          </a:solidFill>
          <a:ln w="12700">
            <a:solidFill>
              <a:srgbClr val="0A7B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2926080"/>
            <a:ext cx="3200400" cy="3200400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"Estudia menos.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 mas.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cerebro manda."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del equipo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8221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"Neuro, Neuro, NeuroStudy — conecta tu mente y alcanza el limite."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NeuroStudy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novedoso de estudio adaptativo con deteccion emocional en tiempo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788920"/>
            <a:ext cx="1353312" cy="8229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346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312724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Gratuito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2788920"/>
            <a:ext cx="1353312" cy="8229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28346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6752" y="312724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$4.99/mes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61504" y="2788920"/>
            <a:ext cx="1353312" cy="8229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28346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61504" y="312724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$2/alumno/mes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D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Listo para transformar la manera en que estudias.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NeuroStudy</dc:title>
  <dc:subject>PptxGenJS Presentation</dc:subject>
  <dc:creator>Equipo NeuroStudy</dc:creator>
  <cp:lastModifiedBy>Equipo NeuroStudy</cp:lastModifiedBy>
  <cp:revision>1</cp:revision>
  <dcterms:created xsi:type="dcterms:W3CDTF">2026-05-15T01:48:51Z</dcterms:created>
  <dcterms:modified xsi:type="dcterms:W3CDTF">2026-05-15T01:48:51Z</dcterms:modified>
</cp:coreProperties>
</file>